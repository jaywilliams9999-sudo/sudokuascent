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Sudoku Ascent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Architecture &amp; Implementation</a:t>
            </a:r>
          </a:p>
          <a:p>
            <a:r>
              <a:t>Transforming Traditional Sudoku with Modern UI and Dynamic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adopted a modular, decoupled microservices approach:</a:t>
            </a:r>
          </a:p>
          <a:p>
            <a:pPr lvl="1"/>
            <a:r>
              <a:t>Web Frontend: React &amp; Vite, emphasizing premium glassmorphism and real-time cascaded animations</a:t>
            </a:r>
          </a:p>
          <a:p>
            <a:pPr lvl="1"/>
            <a:r>
              <a:t>Core Backend: Java Spring Boot powers strict puzzle generation rulesets and state logic</a:t>
            </a:r>
          </a:p>
          <a:p>
            <a:pPr lvl="1"/>
            <a:r>
              <a:t>Intelligence Service: Python FastAPI dynamically predicts scaling and ranks generated board mechanics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Traditional Approach</a:t>
            </a:r>
          </a:p>
          <a:p>
            <a:pPr lvl="1"/>
            <a:r>
              <a:t>Static, hardcoded difficulty tiers (Easy, Medium, Hard)</a:t>
            </a:r>
          </a:p>
          <a:p>
            <a:pPr lvl="1"/>
            <a:r>
              <a:t>Basic, utilitarian user interfaces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Sudoku Ascent</a:t>
            </a:r>
          </a:p>
          <a:p>
            <a:pPr lvl="1"/>
            <a:r>
              <a:t>AI 'Survival Mode' smoothly scales difficulty strictly by decimal fractions</a:t>
            </a:r>
          </a:p>
          <a:p>
            <a:pPr lvl="1"/>
            <a:r>
              <a:t>Premium, reactive UX (e.g., locking 2.8s cascading green win animation validation)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Application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Showcasing live UI implementations:</a:t>
            </a:r>
          </a:p>
          <a:p>
            <a:pPr lvl="1"/>
            <a:r>
              <a:t>Survival Mode intelligent mathematical fetch</a:t>
            </a:r>
          </a:p>
          <a:p>
            <a:pPr lvl="1"/>
            <a:r>
              <a:t>Real-time 'Mistake Checking' matrix validation tool</a:t>
            </a:r>
          </a:p>
          <a:p>
            <a:pPr lvl="1"/>
            <a:r>
              <a:t>Asynchronous algorithmic processing screen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&amp; Technical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Challenge: Generation Bottlenecks</a:t>
            </a:r>
          </a:p>
          <a:p>
            <a:pPr lvl="1"/>
            <a:r>
              <a:t>Problem: Creating a true Sudoku board containing exactly ONE unique solver path natively freezes servers for seconds.</a:t>
            </a:r>
          </a:p>
          <a:p>
            <a:pPr lvl="1"/>
            <a:r>
              <a:t>Naive backtracking brute-force arrays cause massive thread congestion.</a:t>
            </a:r>
          </a:p>
          <a:p>
            <a:pPr lvl="1"/>
            <a:r>
              <a:t>Solution: Integrating hyper-efficient mathematical exact-cover concepts into the Java core 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Review: Algorithmic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Donald Knuth's Algorithm X via Dancing Links (DLX)</a:t>
            </a:r>
          </a:p>
          <a:p>
            <a:pPr lvl="1"/>
            <a:r>
              <a:t>Re-frames native Sudoku as an 'Exact Cover' problem</a:t>
            </a:r>
          </a:p>
          <a:p>
            <a:pPr lvl="1"/>
            <a:r>
              <a:t>Transforms 9x9 constraints strictly into a sparse 324-column binary matrix</a:t>
            </a:r>
          </a:p>
          <a:p>
            <a:pPr lvl="1"/>
            <a:r>
              <a:t>The DLX mechanism navigates this matrix via node un-hooking instead of array duplication, dropping solve-time to sub-milliseconds.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Snippet: The Node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SudokuSolverService.java - Node Initializer</a:t>
            </a:r>
          </a:p>
          <a:p>
            <a:r>
              <a:t>class Node {</a:t>
            </a:r>
            <a:br/>
            <a:r>
              <a:t>    Node left, right, up, down;</a:t>
            </a:r>
            <a:br/>
            <a:r>
              <a:t>    ColumnNode column;</a:t>
            </a:r>
            <a:br/>
            <a:br/>
            <a:r>
              <a:t>    public Node() {</a:t>
            </a:r>
            <a:br/>
            <a:r>
              <a:t>        left = right = up = down = this;</a:t>
            </a:r>
            <a:br/>
            <a:r>
              <a:t>    }</a:t>
            </a:r>
            <a:br/>
            <a:r>
              <a:t>}</a:t>
            </a:r>
          </a:p>
          <a:p>
            <a:pPr lvl="1"/>
            <a:r>
              <a:t>Every '1' in the exact cover matrix is mapped tightly to a custom spatial Node linked specifically to its 4 cardinal neighbors.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Snippet: O(1) Matrix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SudokuSolverService.java - The DLX 'Cover' Method</a:t>
            </a:r>
          </a:p>
          <a:p>
            <a:r>
              <a:t>void cover() {</a:t>
            </a:r>
            <a:br/>
            <a:r>
              <a:t>    right.left = left;</a:t>
            </a:r>
            <a:br/>
            <a:r>
              <a:t>    left.right = right;</a:t>
            </a:r>
            <a:br/>
            <a:r>
              <a:t>    // ... cascade vertically</a:t>
            </a:r>
            <a:br/>
            <a:r>
              <a:t>}</a:t>
            </a:r>
          </a:p>
          <a:p>
            <a:pPr lvl="1"/>
            <a:r>
              <a:t>Nodes are literally pointer un-linked sequentially to physically 'hide' constraints temporarily during the backtrack.</a:t>
            </a:r>
          </a:p>
          <a:p>
            <a:pPr lvl="1"/>
            <a:r>
              <a:t>Re-applying constraints for an incorrect pathway simply reverses the variable reassignment (no array rebuilding required).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Horizon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Development Summary</a:t>
            </a:r>
          </a:p>
          <a:p>
            <a:pPr lvl="1"/>
            <a:r>
              <a:t>Success in obfuscating heavy Java algorithms directly behind an instantaneous React UX</a:t>
            </a:r>
          </a:p>
          <a:p>
            <a:pPr lvl="1"/>
            <a:r>
              <a:t>AI prediction curves implemented without sacrificing organic UI feedback loops</a:t>
            </a:r>
          </a:p>
          <a:p>
            <a:pPr/>
            <a:r>
              <a:t>Future Project Extrapolations:</a:t>
            </a:r>
          </a:p>
          <a:p>
            <a:pPr lvl="1"/>
            <a:r>
              <a:t>Implementing 'Intelligent Hinting' systems by deriving logic directly from DLX pathways</a:t>
            </a:r>
          </a:p>
          <a:p>
            <a:pPr lvl="1"/>
            <a:r>
              <a:t>Transitioning to a cross-platform React Native mobile release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